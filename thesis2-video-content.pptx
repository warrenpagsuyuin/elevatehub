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latin typeface="Aptos"/>
              </a:rPr>
              <a:t>Thesis 2 Video Content: 15 mins. max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latin typeface="Aptos"/>
              </a:rPr>
              <a:t>Introduce the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Introduction of each group member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Roles and responsibilities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Brief overview of the team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latin typeface="Aptos"/>
              </a:rPr>
              <a:t>Introduce the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Background of the study and research problem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Purpose and objectives of the thesis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Why the study matters and what it aims to improve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latin typeface="Aptos"/>
              </a:rPr>
              <a:t>Discuss the SOPs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Overview of the data collection process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Step-by-step workflow and procedures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Implementation and validation activities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How the team followed documented processes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latin typeface="Aptos"/>
              </a:rPr>
              <a:t>System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Overview of the developed system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Main features and functions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User flow and how it supports the study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Do not include file maintenance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Summary of the project outcome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Key findings and overall significance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Final takeaway from the research and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latin typeface="Aptos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Suggested improvements for future work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Potential enhancements to the system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Aptos"/>
              </a:rPr>
              <a:t>Next steps for broader implementation or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